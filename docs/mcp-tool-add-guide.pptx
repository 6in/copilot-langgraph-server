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82880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7A2B"/>
                </a:solidFill>
                <a:latin typeface="Meiryo"/>
              </a:rPr>
              <a:t>Phase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"/>
              </a:rPr>
              <a:t>MCP ツール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"/>
              </a:rPr>
              <a:t>追加ガイド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4E6"/>
                </a:solidFill>
                <a:latin typeface="Meiryo"/>
              </a:rPr>
              <a:t>Copilot LangGraph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3C"/>
                </a:solidFill>
                <a:latin typeface="Meiryo"/>
              </a:rPr>
              <a:t>config/mcp_tools.yaml から自動生成で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2D52"/>
                </a:solidFill>
                <a:latin typeface="Meiryo"/>
              </a:rPr>
              <a:t>MCP ツールを安全に追加する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00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6EB5"/>
                </a:solidFill>
                <a:latin typeface="Meiryo"/>
              </a:rPr>
              <a:t>このガイドで分かること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6858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3C"/>
                </a:solidFill>
                <a:latin typeface="Meiryo"/>
              </a:rPr>
              <a:t>・ single source of truth の仕組み</a:t>
            </a:r>
          </a:p>
          <a:p>
            <a:pPr algn="l"/>
            <a:r>
              <a:rPr sz="1400" b="0">
                <a:solidFill>
                  <a:srgbClr val="1F2A3C"/>
                </a:solidFill>
                <a:latin typeface="Meiryo"/>
              </a:rPr>
              <a:t>・ 手書きと自動生成の境界</a:t>
            </a:r>
          </a:p>
          <a:p>
            <a:pPr algn="l"/>
            <a:r>
              <a:rPr sz="1400" b="0">
                <a:solidFill>
                  <a:srgbClr val="1F2A3C"/>
                </a:solidFill>
                <a:latin typeface="Meiryo"/>
              </a:rPr>
              <a:t>・ /add-mcp-tool スラッシュコマンドの使い方</a:t>
            </a:r>
          </a:p>
          <a:p>
            <a:pPr algn="l"/>
            <a:r>
              <a:rPr sz="1400" b="0">
                <a:solidFill>
                  <a:srgbClr val="1F2A3C"/>
                </a:solidFill>
                <a:latin typeface="Meiryo"/>
              </a:rPr>
              <a:t>・ work/ スペックファイル方式による省略ルート</a:t>
            </a:r>
          </a:p>
          <a:p>
            <a:pPr algn="l"/>
            <a:r>
              <a:rPr sz="1400" b="0">
                <a:solidFill>
                  <a:srgbClr val="1F2A3C"/>
                </a:solidFill>
                <a:latin typeface="Meiryo"/>
              </a:rPr>
              <a:t>・ drift 検知 pre-commit hook の役割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126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2026-04-18 /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全体像 — 1 枚絵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YAML 1 ファイルを真実の源にする設計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926080" cy="22860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① Single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config/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mcp_tools.yaml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6 ツール宣言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+ python_wrapper 情報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57600" y="3200400"/>
            <a:ext cx="822960" cy="457200"/>
          </a:xfrm>
          <a:prstGeom prst="rightArrow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286000"/>
            <a:ext cx="3200400" cy="228600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② 決定論ジェネレータ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scripts/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generate_mcp_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artifacts.py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--target all / --check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63840" y="3200400"/>
            <a:ext cx="822960" cy="457200"/>
          </a:xfrm>
          <a:prstGeom prst="rightArrow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1371600"/>
            <a:ext cx="3017520" cy="11887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554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87A2B"/>
                </a:solidFill>
                <a:latin typeface="Meiryo"/>
              </a:rPr>
              <a:t>③-a helper.py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874519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sandbox → MCP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Python ラッパー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743200"/>
            <a:ext cx="3017520" cy="11887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926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87A2B"/>
                </a:solidFill>
                <a:latin typeface="Meiryo"/>
              </a:rPr>
              <a:t>③-b tool-catalog-generated.js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461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iframe-rpc.js が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import する JS カタログ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4114800"/>
            <a:ext cx="3017520" cy="11887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297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87A2B"/>
                </a:solidFill>
                <a:latin typeface="Meiryo"/>
              </a:rPr>
              <a:t>③-c docs/mcp-tools.md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6177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人間向け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ツール仕様ドキュメント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6EB5"/>
                </a:solidFill>
                <a:latin typeface="Meiryo"/>
              </a:rPr>
              <a:t>ポイント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YAML の 1 行変更が 3 つの成果物に波及する。逆に言うと YAML を更新しない限り生成物は絶対変わらない。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開発者が触るのは YAML + ツール本体 (Python) + テストだけ。生成物は DO NOT EDIT。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手書き vs 自動生成の境界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どのファイルを触って、どのファイルを触らないか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✎ 手書きファイル (編集 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config/mcp_tools.yaml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ツール宣言 + python_wrapper 情報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mcp_server/tools/&lt;name&gt;.py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MCP ツール本体。@mcp.tool デコレータ関数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mcp_server/tools/mcp_helper_utils.py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1304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primitives: _call_tool / _clean_content / _INTERNAL_URL / _TIMEOUT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static/js/iframe-rpc.js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902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RPC ブリッジ本体（カタログ import のみ自動生成）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docs/mcp-tool-add-manual.md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675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新規ツール追加マニュアル（人間向け）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tests/test_*.py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44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ツール単体テスト + 回帰テスト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48640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✗ 自動生成ファイル (編集禁止)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mcp_server/tools/mcp_helper.py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58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sandbox から呼ぶ Python ラッパー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432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static/js/tool-catalog-generated.js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3580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iframe-rpc.js が import する ES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Consolas"/>
              </a:rPr>
              <a:t>docs/mcp-tools.md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1304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人間向けツール仕様カタログ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572000"/>
            <a:ext cx="5120640" cy="1463040"/>
          </a:xfrm>
          <a:prstGeom prst="roundRect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709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eiryo"/>
              </a:rPr>
              <a:t>⚠  DO NOT EDIT ヘッダー付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2920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手動編集すると pre-commit hook が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drift を検知してコミットをブロックする。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修正は scripts/generate_mcp_artifacts.py を再実行する。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7 ステップのフロー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/add-mcp-tool スラッシュコマンドが面倒を見る範囲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やること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307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ファイル / コマンド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307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種別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78308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5623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YAML にエントリ追加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5623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config/mcp_tools.yaml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1801368"/>
            <a:ext cx="118872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18470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手書き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11247120" cy="5943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237744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231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4505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ツール本体実装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45059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mcp_server/tools/&lt;name&gt;.py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2395728"/>
            <a:ext cx="118872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手書き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803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297180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175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4495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成果物再生成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04495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generate_mcp_artifacts.py --target 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2990088"/>
            <a:ext cx="118872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0358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自動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74720"/>
            <a:ext cx="11247120" cy="5943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356616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6118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63931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ToolRegistry + drift 検証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63931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--check が exit 0 を返すまで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3584448"/>
            <a:ext cx="118872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3630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自動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6908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416052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2062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2336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回帰テスト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2336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pytest tests/ で全件 pass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4178808"/>
            <a:ext cx="118872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42245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自動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63440"/>
            <a:ext cx="11247120" cy="5943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75488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8006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82803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単体テスト追加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482803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tests/test_&lt;name&gt;.py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0" y="4773168"/>
            <a:ext cx="118872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4818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手書き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" y="5349240"/>
            <a:ext cx="457200" cy="41148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3949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4223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3C"/>
                </a:solidFill>
                <a:latin typeface="Meiryo"/>
              </a:rPr>
              <a:t>アトミックコミット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542239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feat(mcp-tool-add): &lt;name&gt;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5367528"/>
            <a:ext cx="118872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0" y="54132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自動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760720"/>
            <a:ext cx="11247120" cy="68580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7A2B"/>
                </a:solidFill>
                <a:latin typeface="Meiryo"/>
              </a:rPr>
              <a:t>呼び出し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120" y="58978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/add-mcp-tool  &lt;ツール名&gt;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対話フロー — /add-mcp-tool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インタラクティブに 7 ステップを進める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B80"/>
                </a:solidFill>
                <a:latin typeface="Meiryo"/>
              </a:rPr>
              <a:t>使いどころ: 仕様が頭の中にしかないとき / 新人が既存ツールを参考にしたいとき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005840" cy="36576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73736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1051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/add-mcp-tool weather_lookup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100584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048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331720"/>
            <a:ext cx="99669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404872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ツール名: weather_lookup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説明を 1 行で教えてください。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1005840" cy="36576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735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320040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2735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緯度経度を受け取って現在の天気を返す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00584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67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CLAUDE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379476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386791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privileged フラグは必要ですか？ (API 呼ぶだけなら false 推奨)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005840" cy="36576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622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38912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46227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false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83480"/>
            <a:ext cx="100584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566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CLAUDE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498348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0566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sandbox_exposed (Python wrapper 生成) は？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005840" cy="36576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509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USER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557784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65099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true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172200"/>
            <a:ext cx="1005840" cy="365760"/>
          </a:xfrm>
          <a:prstGeom prst="round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453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CLAUDE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6172200"/>
            <a:ext cx="9966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62453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引数・返り値・docstring を YAML に書き出して mcp_server/tools/weather_lookup.py を生成します…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省略ルート — work/ スペックファイル方式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インタビューを端折って一気に追加する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B80"/>
                </a:solidFill>
                <a:latin typeface="Meiryo"/>
              </a:rPr>
              <a:t>使いどころ: 仕様が既に文書化されている / 何度も同じツールを追加する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57600" cy="548640"/>
          </a:xfrm>
          <a:prstGeom prst="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① work/ に仕様を置く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例: work/weather-tool/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spec.md (ツールの目的・引数・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   返り値・エラー形状)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dummy_impl.py (実装イメージ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   の素案・参考 API 呼び出し)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sample_output.json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   (期待される返り値サンプル)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3749039"/>
            <a:ext cx="548640" cy="457200"/>
          </a:xfrm>
          <a:prstGeom prst="rightArrow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16916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783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② 指示 1 行で起動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2316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work/weather-tool/ の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仕様に則って MCP ツールを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追加してください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→ Claude は work/ を読み、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  不明点は最大 1 回だけ確認。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  その後は自律的に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  YAML→tool→generate→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  test→commit を完遂。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95360" y="3749039"/>
            <a:ext cx="548640" cy="457200"/>
          </a:xfrm>
          <a:prstGeom prst="rightArrow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691640"/>
            <a:ext cx="2468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691640"/>
            <a:ext cx="246888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783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③ コミット完了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23160"/>
            <a:ext cx="21031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pre-commit 通過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回帰テスト pass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drift なし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・ feat(mcp-tool-add)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レビュー時点で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以下が揃っている: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- YAML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- tool .py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- tests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- 再生成済み成果物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YAML スキーマ早見表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config/mcp_tools.yaml の 1 エントリ分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4663440"/>
          </a:xfrm>
          <a:prstGeom prst="roundRect">
            <a:avLst/>
          </a:prstGeom>
          <a:solidFill>
            <a:srgbClr val="1F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- name: weather_lookup               # MCP サーバーの @mcp.tool 名と完全一致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description: 緯度経度から現在の天気を取得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privileged: false                  # true → SubAgentRegistry が WARNING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sandbox_exposed: true              # false なら helper.py に wrapper 作らない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python_wrapper:                    # sandbox から呼ぶ Python 関数の生成指示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function_name: get_weather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args: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- name: lat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  type: float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  description: 緯度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- name: lon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  type: float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  description: 経度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return_type: dict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docstring: |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現在の天気を取得する。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Returns: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    {"temp": 22.5, "condition": "sunny", ...}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mcp_args_mapping:                # Python 引数 → MCP tool 引数の対応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lat: lat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lon: lon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result_transform:</a:t>
            </a:r>
          </a:p>
          <a:p>
            <a:pPr algn="l"/>
            <a:r>
              <a:rPr sz="1100" b="0">
                <a:solidFill>
                  <a:srgbClr val="E6EDF5"/>
                </a:solidFill>
                <a:latin typeface="Consolas"/>
              </a:rPr>
              <a:t>      mode: passthrough              # passthrough | extract_key | web_search_results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47120" cy="594360"/>
          </a:xfrm>
          <a:prstGeom prst="roundRect">
            <a:avLst/>
          </a:prstGeom>
          <a:solidFill>
            <a:srgbClr val="FFF8E6"/>
          </a:solidFill>
          <a:ln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注: mcp_args_mapping は Python 引数名と MCP 側引数名が異なるときに使う（例: db_query の pool→pool_name）。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pre-commit hook で drift を防ぐ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Phase 30 Plan 05 で導入された安全網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00584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A2B"/>
                </a:solidFill>
                <a:latin typeface="Meiryo"/>
              </a:rPr>
              <a:t>新規クローン直後に 1 回だけ実行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bash scripts/install-hooks.sh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6EB5"/>
                </a:solidFill>
                <a:latin typeface="Meiryo"/>
              </a:rPr>
              <a:t>① git commit 試行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config/mcp_tools.yaml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が staged に含まれる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2971800"/>
            <a:ext cx="548640" cy="365760"/>
          </a:xfrm>
          <a:prstGeom prst="rightArrow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56032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6EB5"/>
                </a:solidFill>
                <a:latin typeface="Meiryo"/>
              </a:rPr>
              <a:t>② hook が drift 検知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08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Consolas"/>
              </a:rPr>
              <a:t>generate_mcp_artifacts.py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Consolas"/>
              </a:rPr>
              <a:t>--check を実行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18120" y="2971800"/>
            <a:ext cx="548640" cy="365760"/>
          </a:xfrm>
          <a:prstGeom prst="rightArrow">
            <a:avLst/>
          </a:prstGeom>
          <a:solidFill>
            <a:srgbClr val="2E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256032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6EB5"/>
                </a:solidFill>
                <a:latin typeface="Meiryo"/>
              </a:rPr>
              <a:t>③ 結果で分岐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108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exit 0 = pass / 通す</a:t>
            </a:r>
          </a:p>
          <a:p>
            <a:pPr algn="l"/>
            <a:r>
              <a:rPr sz="1100" b="0">
                <a:solidFill>
                  <a:srgbClr val="1F2A3C"/>
                </a:solidFill>
                <a:latin typeface="Meiryo"/>
              </a:rPr>
              <a:t>exit != 0 = drift あり / 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FDEEEC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eiryo"/>
              </a:rPr>
              <a:t>✗ drift ありの場合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コミットがブロックされる。修正手順: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$ python3 scripts/generate_mcp_artifacts.py \</a:t>
            </a:r>
          </a:p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      --target all</a:t>
            </a:r>
          </a:p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$ git add mcp_server/tools/mcp_helper.py \</a:t>
            </a:r>
          </a:p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          static/js/tool-catalog-generated.js \</a:t>
            </a:r>
          </a:p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          docs/mcp-tools.md</a:t>
            </a:r>
          </a:p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$ git commit (再試行)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E8F5ED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Meiryo"/>
              </a:rPr>
              <a:t>✓ drift なしの場合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コミット通過。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副次効果として ADR INDEX 再生成も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同じ hook が同時に担当する。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→ YAML と生成物が常に一致する</a:t>
            </a:r>
          </a:p>
          <a:p>
            <a:pPr algn="l"/>
            <a:r>
              <a:rPr sz="1200" b="0">
                <a:solidFill>
                  <a:srgbClr val="1F2A3C"/>
                </a:solidFill>
                <a:latin typeface="Meiryo"/>
              </a:rPr>
              <a:t>  ことが git 履歴で保証される。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参考リンク一覧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迷ったらまずここを開く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パス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07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種類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307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CLAUDE.md L302-326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10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MCP Tool Catalog セクション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10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single-source-of-truth の概念と運用ルール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134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.claude/commands/add-mcp-tool.md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13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スラッシュコマンド本体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13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/add-mcp-tool &lt;name&gt; の 7 ステップ仕様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docs/mcp-tool-add-manual.md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163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人間向け手順マニュアル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163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手動でやりたいときの詳細手順 (151 行)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192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docs/mcp-tools.md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3192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ツール仕様カタログ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3192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現在登録されている 6 ツール (自動生成)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221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config/mcp_tools.yaml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8221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YAML スキーマ本体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8221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既存ツール定義を参考に書ける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251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scripts/generate_mcp_artifacts.py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3251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ジェネレータ本体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3251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--target {helper|js|docs|all}, --check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280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scripts/install-hooks.sh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828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hook インストーラ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8280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ADR INDEX + MCP drift 検知 pre-commit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309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D52"/>
                </a:solidFill>
                <a:latin typeface="Consolas"/>
              </a:rPr>
              <a:t>.planning/patterns.md (MCP・Tools)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330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3C"/>
                </a:solidFill>
                <a:latin typeface="Meiryo"/>
              </a:rPr>
              <a:t>設計パターン索引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330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Meiryo"/>
              </a:rPr>
              <a:t>関連 ADR へのリンク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まとめ — MCP ツールを足すなら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4E6"/>
                </a:solidFill>
                <a:latin typeface="Meiryo"/>
              </a:rPr>
              <a:t>覚えるのはこの 3 点だけ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00200" y="1645920"/>
            <a:ext cx="1371600" cy="13716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659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2D52"/>
                </a:solidFill>
                <a:latin typeface="Meiryo"/>
              </a:rPr>
              <a:t>YAML を更新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config/mcp_tools.yaml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に新規エントリ追加。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既存 6 ツールをコピペ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して改変するのが最速。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657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2E6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32120" y="1645920"/>
            <a:ext cx="1371600" cy="137160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9659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2D52"/>
                </a:solidFill>
                <a:latin typeface="Meiryo"/>
              </a:rPr>
              <a:t>tool 本体を書く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mcp_server/tools/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&lt;name&gt;.py に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@mcp.tool 関数を実装。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単体テストも追加。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37160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1645920"/>
            <a:ext cx="1371600" cy="13716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8B57"/>
                </a:solidFill>
                <a:latin typeface="Meiryo"/>
              </a:rPr>
              <a:t>生成 &amp; コミット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794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generate_mcp_artifacts.py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--target all を実行。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pre-commit が drift 検知</a:t>
            </a:r>
          </a:p>
          <a:p>
            <a:pPr algn="ctr"/>
            <a:r>
              <a:rPr sz="1200" b="0">
                <a:solidFill>
                  <a:srgbClr val="1F2A3C"/>
                </a:solidFill>
                <a:latin typeface="Meiryo"/>
              </a:rPr>
              <a:t>してくれるので安心。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困ったら /add-mcp-tool &lt;name&gt;  or  work/ にスペック置いて依頼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87A2B"/>
                </a:solidFill>
                <a:latin typeface="Meiryo"/>
              </a:rPr>
              <a:t>YAML と生成物のズレは pre-commit が叩き落とす。安心して PR を作れる。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Meiryo"/>
              </a:rPr>
              <a:t>Phase 30 — MCP ツールカタログ single-source-of-truth 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Meiry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